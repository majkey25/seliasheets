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29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39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49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59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69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79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89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99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5A060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page 100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Original test content. Notes stay editable above the imported page.</a:t>
            </a:r>
            <a:endParaRPr lang="en-US" sz="2200" dirty="0"/>
          </a:p>
        </p:txBody>
      </p:sp>
      <p:pic>
        <p:nvPicPr>
          <p:cNvPr id="4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743200" cy="914400"/>
          </a:xfrm>
          <a:prstGeom prst="rect">
            <a:avLst/>
          </a:prstGeom>
          <a:solidFill>
            <a:srgbClr val="2450B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100-slide import stress fixture</dc:title>
  <dc:subject>PptxGenJS Presentation</dc:subject>
  <dc:creator>SeliaSheets tests</dc:creator>
  <cp:lastModifiedBy>SeliaSheets tests</cp:lastModifiedBy>
  <cp:revision>1</cp:revision>
  <dcterms:created xsi:type="dcterms:W3CDTF">2026-09-26T19:19:46Z</dcterms:created>
  <dcterms:modified xsi:type="dcterms:W3CDTF">2026-09-26T19:19:46Z</dcterms:modified>
</cp:coreProperties>
</file>