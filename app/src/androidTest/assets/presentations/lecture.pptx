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Credits</c:v>
                </c:pt>
              </c:strCache>
            </c:strRef>
          </c:tx>
          <c:spPr>
            <a:solidFill>
              <a:srgbClr val="2476B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Geometry</c:v>
                  </c:pt>
                  <c:pt idx="1">
                    <c:v>Design</c:v>
                  </c:pt>
                  <c:pt idx="2">
                    <c:v>Physics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02030"/>
                </a:solidFill>
              </a:rPr>
              <a:t>Lecture 1 · Příliš žluťoučký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Editable ink belongs above these slides.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Tables + chart caches + images stay visible.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6400800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02030"/>
                          </a:solidFill>
                        </a:rPr>
                        <a:t>Subject</a:t>
                      </a:r>
                      <a:endParaRPr lang="en-US" sz="20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02030"/>
                          </a:solidFill>
                        </a:rPr>
                        <a:t>Credits</a:t>
                      </a:r>
                      <a:endParaRPr lang="en-US" sz="20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02030"/>
                          </a:solidFill>
                        </a:rPr>
                        <a:t>Geometry</a:t>
                      </a:r>
                      <a:endParaRPr lang="en-US" sz="20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02030"/>
                          </a:solidFill>
                        </a:rPr>
                        <a:t>6</a:t>
                      </a:r>
                      <a:endParaRPr lang="en-US" sz="20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02030"/>
                          </a:solidFill>
                        </a:rPr>
                        <a:t>Design</a:t>
                      </a:r>
                      <a:endParaRPr lang="en-US" sz="20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02030"/>
                          </a:solidFill>
                        </a:rPr>
                        <a:t>4</a:t>
                      </a:r>
                      <a:endParaRPr lang="en-US" sz="2000" dirty="0"/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7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C:\Users\mates\Documents\Codex\2026-08-24\p-ko-j-pot-ebuju-ud\outputs\perko-android\.worktrees\release-hardening\app\src\main\res\mipmap-xxxhdpi\ic_laun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280160"/>
            <a:ext cx="18288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5577840"/>
            <a:ext cx="2743200" cy="548640"/>
          </a:xfrm>
          <a:prstGeom prst="rect">
            <a:avLst/>
          </a:prstGeom>
          <a:solidFill>
            <a:srgbClr val="25A060"/>
          </a:solidFill>
          <a:ln w="12700">
            <a:solidFill>
              <a:srgbClr val="25A0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Lecture 2 · Chart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371600"/>
          <a:ext cx="10058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import fixture</dc:title>
  <dc:subject>Original interoperability test fixture</dc:subject>
  <dc:creator>SeliaSheets tests</dc:creator>
  <cp:lastModifiedBy>SeliaSheets tests</cp:lastModifiedBy>
  <cp:revision>1</cp:revision>
  <dcterms:created xsi:type="dcterms:W3CDTF">2026-09-26T18:52:56Z</dcterms:created>
  <dcterms:modified xsi:type="dcterms:W3CDTF">2026-09-26T18:52:56Z</dcterms:modified>
</cp:coreProperties>
</file>